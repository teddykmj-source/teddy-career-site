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63040"/>
            <a:ext cx="5852160" cy="5852160"/>
          </a:xfrm>
          <a:prstGeom prst="ellipse">
            <a:avLst/>
          </a:prstGeom>
          <a:solidFill>
            <a:srgbClr val="C15F3C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C15F3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5120640"/>
            <a:ext cx="1005840" cy="1005840"/>
          </a:xfrm>
          <a:prstGeom prst="ellipse">
            <a:avLst/>
          </a:prstGeom>
          <a:solidFill>
            <a:srgbClr val="3A383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CF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 STUDY NOTES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 코드 1000시간,
</a:t>
            </a:r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E8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꿀팁 28개</a:t>
            </a:r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 정리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9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9개 · 중급 11개 · 고급 8개 — 초보부터 고수까지 단계별 로드맵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4983480"/>
            <a:ext cx="4754880" cy="0"/>
          </a:xfrm>
          <a:prstGeom prst="line">
            <a:avLst/>
          </a:prstGeom>
          <a:noFill/>
          <a:ln w="12700">
            <a:solidFill>
              <a:srgbClr val="3A3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166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A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유튜브 ‘에디스’ 채널  |  영상 23분 40초  |  2026-08-05  |  정리일 2026-08-09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504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F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youtu.be/i9oKsPg-AoM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5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28개 팁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7F5F2"/>
          </a:solidFill>
          <a:ln/>
          <a:effectLst>
            <a:outerShdw sx="100000" sy="100000" kx="0" ky="0" algn="bl" rotWithShape="0" blurRad="101600" dist="25400" dir="5400000">
              <a:srgbClr val="D8D3CC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39112"/>
            <a:ext cx="777240" cy="777240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29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74520" y="2075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7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 1–9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23682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기본기 · 컨텍스트 관리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" y="320040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/init 으로 프로젝트 파악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스테이터스 라인 · /context · /compact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모드 + 역질문으로 실수 줄이기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점검하게 만드는 프롬프트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7F5F2"/>
          </a:solidFill>
          <a:ln/>
          <a:effectLst>
            <a:outerShdw sx="100000" sy="100000" kx="0" ky="0" algn="bl" rotWithShape="0" blurRad="101600" dist="25400" dir="5400000">
              <a:srgbClr val="D8D3CC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039112"/>
            <a:ext cx="777240" cy="77724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029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2075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 10–20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23682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확장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36592" y="320040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병렬 실행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작업의 스킬(Skill)화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관리 · /rewind · Hooks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레퍼런스 적극 활용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7F5F2"/>
          </a:solidFill>
          <a:ln/>
          <a:effectLst>
            <a:outerShdw sx="100000" sy="100000" kx="0" ky="0" algn="bl" rotWithShape="0" blurRad="101600" dist="25400" dir="5400000">
              <a:srgbClr val="D8D3CC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2039112"/>
            <a:ext cx="777240" cy="777240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029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64040" y="2075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 21–28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64040" y="23682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고수의 영역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31352" y="320040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Worktree 병렬 개발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vs API 선택 · /loop 자동화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원격 제어 · DB 연동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ultrathink · 권한 설정 · 에이전트 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순서 제안: 초급의 컨텍스트 관리부터 익힌 뒤, 반복 작업을 자산화(중급)하고, 병렬화·자동화(고급)로 확장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7E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 ·  TIP 1–3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세션의 시작 — 프로젝트를 알려주고, 상태를 보이게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56232"/>
            <a:ext cx="475488" cy="47548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/init 으로 세션 시작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2212848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8" name="Text 6"/>
          <p:cNvSpPr/>
          <p:nvPr/>
        </p:nvSpPr>
        <p:spPr>
          <a:xfrm>
            <a:off x="1344168" y="2199132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212848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1F1E1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2199132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728216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프로젝트에 투입할 때 실행하면 프로젝트 구조·기술 스택을 분석해 CLAUDE.md를 자동 생성. 이후 모든 세션의 맥락이 되는 출발점.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3081528"/>
            <a:ext cx="10241280" cy="0"/>
          </a:xfrm>
          <a:prstGeom prst="line">
            <a:avLst/>
          </a:prstGeom>
          <a:noFill/>
          <a:ln w="9525">
            <a:solidFill>
              <a:srgbClr val="E9E4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429000"/>
            <a:ext cx="475488" cy="47548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355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스테이터스 라인 설정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44168" y="3785616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17" name="Text 15"/>
          <p:cNvSpPr/>
          <p:nvPr/>
        </p:nvSpPr>
        <p:spPr>
          <a:xfrm>
            <a:off x="1344168" y="3771900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00:52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300984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 사용 중인 모델, Git 브랜치, 남은 컨텍스트(Remaining Context)를 상시 표시. 컨텍스트 잔량을 보면서 /compact 타이밍을 잡는다.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25880" y="4654296"/>
            <a:ext cx="10241280" cy="0"/>
          </a:xfrm>
          <a:prstGeom prst="line">
            <a:avLst/>
          </a:prstGeom>
          <a:noFill/>
          <a:ln w="9525">
            <a:solidFill>
              <a:srgbClr val="E9E4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001768"/>
            <a:ext cx="475488" cy="47548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4992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49286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/context 로 토큰 소모 분석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44168" y="535838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24" name="Text 22"/>
          <p:cNvSpPr/>
          <p:nvPr/>
        </p:nvSpPr>
        <p:spPr>
          <a:xfrm>
            <a:off x="1344168" y="534466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02:28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535838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F1E1D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53446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873752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파일·액션이 컨텍스트를 과도하게 점유하는지 진단. 대화가 무거워졌다고 느껴지면 정리 전에 먼저 원인부터 확인.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7E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 ·  TIP 4–6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계획하고, 질문하게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56232"/>
            <a:ext cx="475488" cy="47548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/compact &amp; /clear 활용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2212848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8" name="Text 6"/>
          <p:cNvSpPr/>
          <p:nvPr/>
        </p:nvSpPr>
        <p:spPr>
          <a:xfrm>
            <a:off x="1344168" y="2199132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2128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F1E1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21991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728216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컨텍스트가 60% 이상 차면 정리 신호. /compact는 대화를 요약·압축, /clear는 완전 초기화. 작업 단위가 끝나면 /clear로 리셋하는 편이 품질에 유리.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3081528"/>
            <a:ext cx="10241280" cy="0"/>
          </a:xfrm>
          <a:prstGeom prst="line">
            <a:avLst/>
          </a:prstGeom>
          <a:noFill/>
          <a:ln w="9525">
            <a:solidFill>
              <a:srgbClr val="E9E4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429000"/>
            <a:ext cx="475488" cy="47548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355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플랜(Plan) 모드로 시작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44168" y="3785616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17" name="Text 15"/>
          <p:cNvSpPr/>
          <p:nvPr/>
        </p:nvSpPr>
        <p:spPr>
          <a:xfrm>
            <a:off x="1344168" y="3771900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03:51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300984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수정하기 전 분석·계획 단계를 거치는 모드. AI가 질문으로 요구사항을 가다듬은 뒤 계획을 제시하므로 잘못된 구현을 크게 줄인다.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25880" y="4654296"/>
            <a:ext cx="10241280" cy="0"/>
          </a:xfrm>
          <a:prstGeom prst="line">
            <a:avLst/>
          </a:prstGeom>
          <a:noFill/>
          <a:ln w="9525">
            <a:solidFill>
              <a:srgbClr val="E9E4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001768"/>
            <a:ext cx="475488" cy="47548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4992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49286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역질문 유도하기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44168" y="535838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24" name="Text 22"/>
          <p:cNvSpPr/>
          <p:nvPr/>
        </p:nvSpPr>
        <p:spPr>
          <a:xfrm>
            <a:off x="1344168" y="534466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05:39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873752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“내가 원하는 바를 95% 이상 이해할 때까지 나에게 질문해” 문구를 추가. 모호한 지시로 인한 오작업을 사전에 차단하는 초급 핵심 팁.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7E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초급  ·  TIP 7–9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클로드가 스스로 점검하게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720840" cy="4206240"/>
          </a:xfrm>
          <a:prstGeom prst="roundRect">
            <a:avLst>
              <a:gd name="adj" fmla="val 2609"/>
            </a:avLst>
          </a:prstGeom>
          <a:solidFill>
            <a:srgbClr val="F7F5F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7E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체크 프롬프트 3종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384048" cy="38404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61518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후 자가 검증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9260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“구현이 요구사항을 모두 충족하는지 스스로 점검하고 결과를 보고해.”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703320"/>
            <a:ext cx="384048" cy="38404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66674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테스트로 확인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9776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“테스트를 실행해서 통과를 확인한 뒤에 완료라고 말해.”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4754880"/>
            <a:ext cx="384048" cy="384048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471830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불확실하면 질문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50292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“확신이 없는 부분은 추측하지 말고 나에게 먼저 물어봐.”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35240" y="1783080"/>
            <a:ext cx="3977640" cy="4206240"/>
          </a:xfrm>
          <a:prstGeom prst="roundRect">
            <a:avLst>
              <a:gd name="adj" fmla="val 2759"/>
            </a:avLst>
          </a:prstGeom>
          <a:solidFill>
            <a:srgbClr val="1F1E1D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중요할까?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256032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설명 기준, 초급 후반부는 ‘클로드가 스스로 질문하고 점검하게 만드는 프롬프트’를 다룬다.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→ 결과 확인을 사람이 반복하는 대신, 검증 루프 자체를 AI에게 맡기는 것이 초급에서 중급으로 넘어가는 갈림길.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세부 항목은 자막 미확인 — 주제만 영상 설명에서 확인됨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5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중급  ·  TIP 10–12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쓰지 말 것 — 위임하고, 자산화하기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56232"/>
            <a:ext cx="475488" cy="475488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병렬 실행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2212848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8" name="Text 6"/>
          <p:cNvSpPr/>
          <p:nvPr/>
        </p:nvSpPr>
        <p:spPr>
          <a:xfrm>
            <a:off x="1344168" y="2199132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728216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조사·탐색 작업을 서브 에이전트에게 위임. 메인 대화의 컨텍스트를 아끼면서 여러 작업을 동시에 진행할 수 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25880" y="3081528"/>
            <a:ext cx="10241280" cy="0"/>
          </a:xfrm>
          <a:prstGeom prst="line">
            <a:avLst/>
          </a:prstGeom>
          <a:noFill/>
          <a:ln w="9525">
            <a:solidFill>
              <a:srgbClr val="E9E4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3429000"/>
            <a:ext cx="475488" cy="475488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3558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스킬(Skill) 제작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44168" y="3785616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DE9E3"/>
          </a:solidFill>
          <a:ln/>
        </p:spPr>
      </p:sp>
      <p:sp>
        <p:nvSpPr>
          <p:cNvPr id="15" name="Text 13"/>
          <p:cNvSpPr/>
          <p:nvPr/>
        </p:nvSpPr>
        <p:spPr>
          <a:xfrm>
            <a:off x="1344168" y="3771900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785616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1F1E1D"/>
          </a:solidFill>
          <a:ln/>
        </p:spPr>
      </p:sp>
      <p:sp>
        <p:nvSpPr>
          <p:cNvPr id="17" name="Text 15"/>
          <p:cNvSpPr/>
          <p:nvPr/>
        </p:nvSpPr>
        <p:spPr>
          <a:xfrm>
            <a:off x="2331720" y="377190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300984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프롬프트 패턴을 스킬로 저장해 /스킬명 으로 호출. 코드 리뷰 체크리스트, 배포 절차처럼 자주 하는 작업을 자산화.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25880" y="4654296"/>
            <a:ext cx="10241280" cy="0"/>
          </a:xfrm>
          <a:prstGeom prst="line">
            <a:avLst/>
          </a:prstGeom>
          <a:noFill/>
          <a:ln w="9525">
            <a:solidFill>
              <a:srgbClr val="E9E4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001768"/>
            <a:ext cx="475488" cy="475488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4992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49286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효율적으로 관리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44168" y="5358384"/>
            <a:ext cx="900684" cy="292608"/>
          </a:xfrm>
          <a:prstGeom prst="roundRect">
            <a:avLst>
              <a:gd name="adj" fmla="val 50000"/>
            </a:avLst>
          </a:prstGeom>
          <a:solidFill>
            <a:srgbClr val="1F1E1D"/>
          </a:solidFill>
          <a:ln/>
        </p:spPr>
      </p:sp>
      <p:sp>
        <p:nvSpPr>
          <p:cNvPr id="24" name="Text 22"/>
          <p:cNvSpPr/>
          <p:nvPr/>
        </p:nvSpPr>
        <p:spPr>
          <a:xfrm>
            <a:off x="1344168" y="5344668"/>
            <a:ext cx="90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873752"/>
            <a:ext cx="7022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중 알게 된 규칙·실수를 CLAUDE.md에 반영해 프로젝트 기억을 축적. 단, 무한정 길어지면 매 세션 토큰을 잡아먹으므로 핵심 규칙 위주로 유지.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5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중급  ·  TIP 13–16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되돌리고, 알림 받고, 보여주기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993392"/>
            <a:ext cx="420624" cy="420624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35608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/rewind 로 되돌리기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35608" y="2487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간 코드를 말로 고치라고 반복하는 것보다, 이전 정상 시점(체크포인트)으로 롤백하는 편이 빠르고 깨끗하다.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1993392"/>
            <a:ext cx="420624" cy="420624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04888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훅(Hooks) 알림 세팅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744200" y="1975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14" name="Text 12"/>
          <p:cNvSpPr/>
          <p:nvPr/>
        </p:nvSpPr>
        <p:spPr>
          <a:xfrm>
            <a:off x="10744200" y="1961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04888" y="2487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완료 시 사운드·슬랙 알림이 오도록 설정. 여러 세션을 동시에 돌릴 때 어떤 작업이 끝났는지 즉시 파악.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023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" y="4279392"/>
            <a:ext cx="420624" cy="420624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35608" y="4242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자료 적극 활용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35608" y="4773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설명하기 어려운 UI 버그·디자인은 스크린샷을 붙여넣는 것이 가장 정확한 소통 — 작업 효율이 크게 오른다.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4023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519672" y="4279392"/>
            <a:ext cx="420624" cy="420624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104888" y="4242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템플릿화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0744200" y="4261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26" name="Text 24"/>
          <p:cNvSpPr/>
          <p:nvPr/>
        </p:nvSpPr>
        <p:spPr>
          <a:xfrm>
            <a:off x="10744200" y="4247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16:37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4773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드는 사이트·디자인을 캡처해 레퍼런스로 제공, 그 스타일을 템플릿처럼 재사용한다.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중급 나머지 항목(17–20)은 위 주제들의 세부 활용법으로 구성 (자막 미확인)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4A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 ·  TIP 21–24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병렬화와 자동화 — 손을 떼도 돌아가게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993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35608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Worktree 병렬 개발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74920" y="1975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961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35608" y="2487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저장소를 worktree로 여러 작업 폴더로 분리 — 파일 충돌 없이 여러 Claude 세션이 동시에 다른 기능을 개발.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9672" y="1993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04888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대신 직접 API 호출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744200" y="1975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1961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04888" y="2487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기능만 필요하면 무거운 MCP 서버 대신 API 엔드포인트를 직접 호출. MCP는 도구 정의만으로도 컨텍스트를 차지한다.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023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" y="4279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35608" y="4242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/loop 예약·주기 작업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74920" y="4261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4247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35608" y="4773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“5분마다 배포 상태 확인” 같은 반복 작업을 /loop 명령으로 자동화.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023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9672" y="4279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04888" y="4242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원격 제어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10744200" y="4261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30" name="Text 28"/>
          <p:cNvSpPr/>
          <p:nvPr/>
        </p:nvSpPr>
        <p:spPr>
          <a:xfrm>
            <a:off x="10744200" y="4247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04888" y="4773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remote-control 원격 모드를 켜면 모바일에서 데스크톱 세션을 제어 — 자리를 비워도 진행 확인·지시 가능.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4A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 ·  TIP 25–28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깊게 생각하고, 안전하게 맡기기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1993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35608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직접 연동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74920" y="1975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961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35608" y="2487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세션을 연결하면 Claude Code를 데이터 분석가처럼 활용해 쿼리·분석까지 맡길 수 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9672" y="1993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04888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ultrathink 활용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744200" y="1975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1961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04888" y="2487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ultrathink를 넣어 사고 예산(thinking budget)을 최대로 확장 — 복잡한 문제에서 답변 품질이 올라간다.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023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" y="4279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35608" y="4242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 권한 관리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74920" y="4261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4247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21:23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35608" y="4773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 -rf, git push --force 같은 위험 명령을 deny 목록으로 차단 — 자동 승인(자율 주행) 모드의 안전성을 높인다.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4023360"/>
            <a:ext cx="5440680" cy="2084832"/>
          </a:xfrm>
          <a:prstGeom prst="roundRect">
            <a:avLst>
              <a:gd name="adj" fmla="val 4386"/>
            </a:avLst>
          </a:prstGeom>
          <a:solidFill>
            <a:srgbClr val="F7F5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9672" y="4279392"/>
            <a:ext cx="420624" cy="420624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04888" y="4242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1E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팀(Agent Team)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10744200" y="4261104"/>
            <a:ext cx="589788" cy="292608"/>
          </a:xfrm>
          <a:prstGeom prst="roundRect">
            <a:avLst>
              <a:gd name="adj" fmla="val 50000"/>
            </a:avLst>
          </a:prstGeom>
          <a:solidFill>
            <a:srgbClr val="E7E1D9"/>
          </a:solidFill>
          <a:ln/>
        </p:spPr>
      </p:sp>
      <p:sp>
        <p:nvSpPr>
          <p:cNvPr id="30" name="Text 28"/>
          <p:cNvSpPr/>
          <p:nvPr/>
        </p:nvSpPr>
        <p:spPr>
          <a:xfrm>
            <a:off x="10744200" y="42473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04888" y="4773168"/>
            <a:ext cx="4297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3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병렬을 넘어 기획자·개발자·리뷰어로 역할을 나눈 에이전트들이 협업하는 팀 구성 — 영상의 최고급 활용법.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645920"/>
            <a:ext cx="4023360" cy="4023360"/>
          </a:xfrm>
          <a:prstGeom prst="ellipse">
            <a:avLst/>
          </a:prstGeom>
          <a:solidFill>
            <a:srgbClr val="C15F3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우선순위 — 이 순서로 익히자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B2927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21992"/>
            <a:ext cx="548640" cy="548640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295351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기본기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392" y="333756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모드 + 역질문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24328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5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80360" y="19659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B2927"/>
          </a:solidFill>
          <a:ln/>
        </p:spPr>
      </p:sp>
      <p:sp>
        <p:nvSpPr>
          <p:cNvPr id="12" name="Shape 10"/>
          <p:cNvSpPr/>
          <p:nvPr/>
        </p:nvSpPr>
        <p:spPr>
          <a:xfrm>
            <a:off x="3136392" y="2221992"/>
            <a:ext cx="548640" cy="548640"/>
          </a:xfrm>
          <a:prstGeom prst="ellipse">
            <a:avLst/>
          </a:prstGeom>
          <a:solidFill>
            <a:srgbClr val="4E7E64"/>
          </a:solidFill>
          <a:ln/>
        </p:spPr>
      </p:sp>
      <p:sp>
        <p:nvSpPr>
          <p:cNvPr id="13" name="Text 11"/>
          <p:cNvSpPr/>
          <p:nvPr/>
        </p:nvSpPr>
        <p:spPr>
          <a:xfrm>
            <a:off x="3136392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36392" y="295351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관리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36392" y="333756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/context · /compact · /clear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10328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5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66360" y="19659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B292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22392" y="2221992"/>
            <a:ext cx="548640" cy="54864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22392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22392" y="295351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자산화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22392" y="333756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· 나만의 스킬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96328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5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52360" y="19659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B2927"/>
          </a:solidFill>
          <a:ln/>
        </p:spPr>
      </p:sp>
      <p:sp>
        <p:nvSpPr>
          <p:cNvPr id="24" name="Shape 22"/>
          <p:cNvSpPr/>
          <p:nvPr/>
        </p:nvSpPr>
        <p:spPr>
          <a:xfrm>
            <a:off x="7708392" y="2221992"/>
            <a:ext cx="548640" cy="54864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25" name="Text 23"/>
          <p:cNvSpPr/>
          <p:nvPr/>
        </p:nvSpPr>
        <p:spPr>
          <a:xfrm>
            <a:off x="7708392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08392" y="295351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병렬화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708392" y="333756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 · Git Worktree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82328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5F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38360" y="19659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B2927"/>
          </a:solidFill>
          <a:ln/>
        </p:spPr>
      </p:sp>
      <p:sp>
        <p:nvSpPr>
          <p:cNvPr id="30" name="Shape 28"/>
          <p:cNvSpPr/>
          <p:nvPr/>
        </p:nvSpPr>
        <p:spPr>
          <a:xfrm>
            <a:off x="9994392" y="2221992"/>
            <a:ext cx="548640" cy="548640"/>
          </a:xfrm>
          <a:prstGeom prst="ellipse">
            <a:avLst/>
          </a:prstGeom>
          <a:solidFill>
            <a:srgbClr val="6D4A7C"/>
          </a:solidFill>
          <a:ln/>
        </p:spPr>
      </p:sp>
      <p:sp>
        <p:nvSpPr>
          <p:cNvPr id="31" name="Text 29"/>
          <p:cNvSpPr/>
          <p:nvPr/>
        </p:nvSpPr>
        <p:spPr>
          <a:xfrm>
            <a:off x="9994392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94392" y="295351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자동화·안전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994392" y="333756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2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/loop · Hooks · 권한 설정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“컨텍스트를 관리하고, 반복을 자산화하고, 병렬·자동화로 혼자서 팀처럼 일한다.”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59436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8A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출처: 에디스 채널 영상 설명 + 타임스탬프 정리 블로그(미래생활) 스니펫 기반 재구성 — 일부 항목(초급 7–9, 중급 17–20)은 주제만 확인됨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2026-08-09T18:11:15Z</dcterms:created>
  <dcterms:modified xsi:type="dcterms:W3CDTF">2026-08-09T18:11:15Z</dcterms:modified>
</cp:coreProperties>
</file>